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D0ACE-948D-5FD4-9F43-1946FF9E8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C70A37-0997-9A3D-A0ED-7EAFA8A90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F7FDFA-6E9E-ED8B-2830-06079BDC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F8A95D-6D79-B576-7ED1-B247D4F1E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D0224F-F00E-D93D-EDD9-C3000BD0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46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E05B7-7325-7B93-846B-ED57C78FB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9BC68B-4D56-3D2B-7D0D-9F67E1FD8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BAACFD-7440-B1AF-F519-2857C6B3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A7493C-E37A-D297-F3EB-F98A035E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CFB475-AF46-BF12-0FD3-1EF38798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97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3B808-80B3-9EEC-4809-2C3136F36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9C1F5B-EB4D-C104-6968-7FE227F5C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3265B4-2DB0-B73D-33FA-C0DA5058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3FE47E-0822-6DBB-0D34-8F7BEE4F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319415-F17F-5E9D-F9AE-8164F832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07EC0-50F6-792E-B249-12D2B735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4BBDD0-AA1A-0571-7170-9D509FE79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EDDA29-7760-D171-813F-9DA15DFE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96B0C5-90BE-D448-5A43-12E22983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A3C718-512A-CDEA-1E10-BE14ED12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D6214E-9E59-30F4-5D94-4D208027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52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CFF65-70B8-6A1D-8408-6FC9CD68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6B40EC-D7A8-3C0C-F568-12702976F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6D90E3-51C6-E707-E9B7-EC644C524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4C961C-9B67-AA88-B8B7-40A6FAFF2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E4107F-FF56-ADB7-6996-A477905F3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63C9FFF-F4F9-D18E-1D57-2A75D115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85D339-4C45-C7C5-55E6-4837B6DA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9A6ACA-C2F8-0103-5E4E-2D2D5D22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40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C9595-4BC1-393E-9178-9D4B83E0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B0EDFA-CB40-54BE-AC46-4162CEB5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A959D3-EC4E-3A73-CEC5-618F9F2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A9259B-A7BB-9093-DD3F-DA6C3347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177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9D5D0C-A986-CDCF-199E-9B74AEB1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28DFBE-8E37-2A93-8B44-3FC00D00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811CC8-7BD8-DAFE-E017-6F0F6CD2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07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AC05C-9B5A-FBD5-B83C-2B226AEF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B32B42-7B71-8123-3310-DBD4321D6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3D5B68-6E22-F1DD-4365-940CDCE89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596F5A-488A-19A8-3890-9B14CB27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EE67CF-80F7-50E4-6686-6F21239E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14009C-7E11-2A52-0922-BCEFA3B3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45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D461D-8B73-F0E3-2ADB-D5D0B29D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C76EFE7-8677-381B-FCE9-F61831BED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879F1B-7AF2-A55A-5DFD-DE305A194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9932DB-8B2C-79CC-F02A-029B8806A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5B89FD-DA93-86DB-8998-1592C70D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927FC7-75C2-FE67-A114-C6CBB9A9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12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364E6-7500-C5FB-CC25-436961C8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F714F3-F19C-681E-7F8A-DB4A46D1A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C70087-3D07-C7C0-D4B6-94738F3E0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9450AB-0FC6-8890-434F-F5B5DBAA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DE2D8D-6F93-D055-BCA4-852F4B73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75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229F1D-416F-7982-3947-5012A52C5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5C36BB-4DF1-ED5B-7E90-04DBC8429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2CFCA-C7DF-0644-020F-1D272910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3356BC-48F7-6206-CB7D-D89044C4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E9A502-C222-57FE-1CBC-05188724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08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07C42-BBF7-1C4C-15F9-9987A2C7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13FDD1-052F-1826-FB76-79A05BA59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79F01-4477-DAF6-38FD-CB9423974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2E3E2-2A40-49F2-AAED-125BAECE857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D7623E-9D93-8A0F-1466-8C4A2EEDB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E53B2-875F-7327-FCD6-646429126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58F2C-D1D7-4C3A-BBA1-D3049C7C5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18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335779-6EE8-3308-6076-67DD9B09D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66" y="363881"/>
            <a:ext cx="10773747" cy="27009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DE63A3-E873-4B34-B4A1-FF9A31AE2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29" y="3247053"/>
            <a:ext cx="11474722" cy="34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8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4BEE23-B2F2-49D9-3602-C542650A8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41" y="662473"/>
            <a:ext cx="11686144" cy="507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9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CB65F4-9850-2579-D39A-5D77FAC9C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8" y="877078"/>
            <a:ext cx="11730693" cy="531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7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75716C-1888-085E-3767-5D0C4CD2C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64" y="1410735"/>
            <a:ext cx="11663272" cy="403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6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583277-1ADD-6627-D39A-AA813AFB1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21" y="1054359"/>
            <a:ext cx="11642140" cy="498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D5A343-B491-46A5-76CD-C73F92FB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2" y="999786"/>
            <a:ext cx="11222016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9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389ED1-ED78-E6DD-5E4A-922EF93D7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48" y="1101012"/>
            <a:ext cx="11509640" cy="494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08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C87CF-D374-734E-2CC7-BBBF8524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184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Анна Гранат</dc:creator>
  <cp:lastModifiedBy>Анна Гранат</cp:lastModifiedBy>
  <cp:revision>1</cp:revision>
  <dcterms:created xsi:type="dcterms:W3CDTF">2026-05-23T18:36:16Z</dcterms:created>
  <dcterms:modified xsi:type="dcterms:W3CDTF">2026-05-23T18:48:44Z</dcterms:modified>
</cp:coreProperties>
</file>